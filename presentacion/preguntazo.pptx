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1143000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743200"/>
            <a:ext cx="6766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0" b="1">
                <a:solidFill>
                  <a:srgbClr val="F5F5F7"/>
                </a:solidFill>
                <a:latin typeface="Arial"/>
              </a:rPr>
              <a:t>Preguntazo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A1A1A6"/>
                </a:solidFill>
                <a:latin typeface="Arial"/>
              </a:rPr>
              <a:t>Preguntas, encuestas y reacciones en vivo para tus charlas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Miguel Mogrovejo · Octubre de 2026</a:t>
            </a:r>
          </a:p>
        </p:txBody>
      </p:sp>
      <p:pic>
        <p:nvPicPr>
          <p:cNvPr id="7" name="Picture 6" descr="phone-preguntas-mar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502920"/>
            <a:ext cx="2786528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BF5AF2"/>
                </a:solidFill>
                <a:latin typeface="Arial"/>
              </a:rPr>
              <a:t>EL RETO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El público escucha, pero casi nunca participa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587752" cy="3291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331720"/>
            <a:ext cx="384048" cy="38404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98648"/>
            <a:ext cx="2039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Nadie levanta la mano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20391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Da vergüenza preguntar frente a todos, y las mejores preguntas se quedan sin hacer.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1" y="2057400"/>
            <a:ext cx="2587752" cy="3291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85031" y="2331720"/>
            <a:ext cx="384048" cy="38404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898648"/>
            <a:ext cx="2039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Las preguntas se pierden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1" y="3611880"/>
            <a:ext cx="20391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El micrófono no llega, el tiempo se acaba y siempre preguntan los mismos.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057400"/>
            <a:ext cx="2587752" cy="3291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5664" y="2331720"/>
            <a:ext cx="384048" cy="38404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898648"/>
            <a:ext cx="2039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Hablas a ciegas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3611880"/>
            <a:ext cx="20391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No sabes si te siguen, qué piensan o qué les interesa hasta el final.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1976" y="2057400"/>
            <a:ext cx="2587752" cy="3291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26296" y="2331720"/>
            <a:ext cx="384048" cy="38404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2898648"/>
            <a:ext cx="2039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Las apps estorban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3611880"/>
            <a:ext cx="20391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Descargar algo, registrarse o crear una cuenta hace que nadie participe.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BF5AF2"/>
                </a:solidFill>
                <a:latin typeface="Arial"/>
              </a:rPr>
              <a:t>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Un QR, y toda la sala participa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4480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A1A1A6"/>
                </a:solidFill>
                <a:latin typeface="Arial"/>
              </a:rPr>
              <a:t>Una extensión de Chrome y una página web: tu público escanea el QR de tus diapositivas y participa desde el navegador de su celular.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3694176"/>
            <a:ext cx="109728" cy="10972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Preguntas con votos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5876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Las más votadas suben solas y las muestras con un clic.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407408"/>
            <a:ext cx="109728" cy="10972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32511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Encuestas en vivo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Una opción, varias, estrellas y nube de palabras.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5120640"/>
            <a:ext cx="109728" cy="10972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3834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Reacciones flotantes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1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Emojis que suben sobre tu presentación en tiempo real.</a:t>
            </a:r>
          </a:p>
        </p:txBody>
      </p:sp>
      <p:pic>
        <p:nvPicPr>
          <p:cNvPr id="15" name="Picture 14" descr="slides-reacciones-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371600"/>
            <a:ext cx="5806440" cy="3266122"/>
          </a:xfrm>
          <a:prstGeom prst="rect">
            <a:avLst/>
          </a:prstGeom>
        </p:spPr>
      </p:pic>
      <p:pic>
        <p:nvPicPr>
          <p:cNvPr id="16" name="Picture 15" descr="phone-reacciones-mar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834640"/>
            <a:ext cx="1785119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BF5AF2"/>
                </a:solidFill>
                <a:latin typeface="Arial"/>
              </a:rPr>
              <a:t>CÓMO SE USA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Tres pasos, sin apps ni cuentas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240280" cy="3749039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331720"/>
            <a:ext cx="384048" cy="38404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98648"/>
            <a:ext cx="1691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Abre tu presentación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1691640" cy="2011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En Chrome, haz clic en Preguntazo (o Alt+Shift+P) y activa «Mostrar en esta pestaña».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057400"/>
            <a:ext cx="2240280" cy="3749039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91839" y="2331720"/>
            <a:ext cx="384048" cy="38404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2898648"/>
            <a:ext cx="1691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Tu público escanea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39" y="3611880"/>
            <a:ext cx="1691640" cy="2011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Un QR queda en la esquina; con Alt+Shift+Q lo muestras en grande. También pueden escribir el código.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2057400"/>
            <a:ext cx="2240280" cy="3749039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69280" y="2331720"/>
            <a:ext cx="384048" cy="38404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898648"/>
            <a:ext cx="1691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Preguntan y votan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611880"/>
            <a:ext cx="1691640" cy="2011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Tú moderas desde el panel, destacas preguntas y abres encuestas cuando quieras.</a:t>
            </a:r>
          </a:p>
        </p:txBody>
      </p:sp>
      <p:pic>
        <p:nvPicPr>
          <p:cNvPr id="17" name="Picture 16" descr="popup-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502920"/>
            <a:ext cx="2778826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BF5AF2"/>
                </a:solidFill>
                <a:latin typeface="Arial"/>
              </a:rPr>
              <a:t>PREGUNTAS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Las más votadas, primero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231136"/>
            <a:ext cx="109728" cy="10972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Con nombre o anónimas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Cada persona elige; el nombre es opcional.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08376"/>
            <a:ext cx="109728" cy="10972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El público vota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7296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Las preguntas suben por votos; nadie ve quién votó.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785615"/>
            <a:ext cx="109728" cy="10972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En grande sobre la diapositiva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502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«Mostrar en pantalla» o Alt+Shift+N para la siguiente.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562856"/>
            <a:ext cx="109728" cy="10972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Respuesta en el celular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2744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Quien preguntó recibe un aviso cuando la respondes.</a:t>
            </a:r>
          </a:p>
        </p:txBody>
      </p:sp>
      <p:pic>
        <p:nvPicPr>
          <p:cNvPr id="17" name="Picture 16" descr="slides-pregunta-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554480"/>
            <a:ext cx="4572000" cy="2571750"/>
          </a:xfrm>
          <a:prstGeom prst="rect">
            <a:avLst/>
          </a:prstGeom>
        </p:spPr>
      </p:pic>
      <p:pic>
        <p:nvPicPr>
          <p:cNvPr id="18" name="Picture 17" descr="phone-preguntas-mar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548640"/>
            <a:ext cx="274298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BF5AF2"/>
                </a:solidFill>
                <a:latin typeface="Arial"/>
              </a:rPr>
              <a:t>ENCUESTAS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Vota desde el celular, resultados en vivo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231136"/>
            <a:ext cx="109728" cy="10972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Cuatro tipos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Una opción, varias opciones, estrellas y nube de palabras.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08376"/>
            <a:ext cx="109728" cy="10972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Preparadas de antemano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7296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Créalas antes y ábrelas con un clic durante la charla.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785615"/>
            <a:ext cx="109728" cy="10972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Los celulares cambian solos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5020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Al abrir una encuesta, el público la ve al instante.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562856"/>
            <a:ext cx="109728" cy="10972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Resultados en pantalla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2744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Barras que crecen con cada voto, sobre tu diapositiva.</a:t>
            </a:r>
          </a:p>
        </p:txBody>
      </p:sp>
      <p:pic>
        <p:nvPicPr>
          <p:cNvPr id="17" name="Picture 16" descr="slides-encuesta-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554480"/>
            <a:ext cx="4572000" cy="2571750"/>
          </a:xfrm>
          <a:prstGeom prst="rect">
            <a:avLst/>
          </a:prstGeom>
        </p:spPr>
      </p:pic>
      <p:pic>
        <p:nvPicPr>
          <p:cNvPr id="18" name="Picture 17" descr="phone-resultados-mar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548640"/>
            <a:ext cx="274298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BF5AF2"/>
                </a:solidFill>
                <a:latin typeface="Arial"/>
              </a:rPr>
              <a:t>NUBE DE PALABRAS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Lo que piensa la sala, de un vistazo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4480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A1A1A6"/>
                </a:solidFill>
                <a:latin typeface="Arial"/>
              </a:rPr>
              <a:t>Cada persona responde con una palabra o una frase corta. Las respuestas iguales se juntan (sin importar mayúsculas ni tildes) y las más repetidas se ven más grandes.</a:t>
            </a:r>
          </a:p>
        </p:txBody>
      </p:sp>
      <p:pic>
        <p:nvPicPr>
          <p:cNvPr id="6" name="Picture 5" descr="slides-nube-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94760"/>
            <a:ext cx="4572000" cy="2571750"/>
          </a:xfrm>
          <a:prstGeom prst="rect">
            <a:avLst/>
          </a:prstGeom>
        </p:spPr>
      </p:pic>
      <p:pic>
        <p:nvPicPr>
          <p:cNvPr id="7" name="Picture 6" descr="phone-nube-mar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548640"/>
            <a:ext cx="2742989" cy="5760720"/>
          </a:xfrm>
          <a:prstGeom prst="rect">
            <a:avLst/>
          </a:prstGeom>
        </p:spPr>
      </p:pic>
      <p:pic>
        <p:nvPicPr>
          <p:cNvPr id="8" name="Picture 7" descr="phone-encuesta-mar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548640"/>
            <a:ext cx="274298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BF5AF2"/>
                </a:solidFill>
                <a:latin typeface="Arial"/>
              </a:rPr>
              <a:t>REACCIONES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4206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Aplausos que se ven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231136"/>
            <a:ext cx="109728" cy="10972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Seis emojis a elección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Aplausos, corazón, risa, fuego, asombro, pulgar arriba… o los que elijas.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54096"/>
            <a:ext cx="109728" cy="10972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Encima de todo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1868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Funcionan sobre la presentación en pantalla completa.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877056"/>
            <a:ext cx="109728" cy="10972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Detrás del texto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Pasan por detrás de la pregunta o encuesta destacada.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700016"/>
            <a:ext cx="109728" cy="10972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Con límite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6460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Hasta 6 por segundo por celular: nadie tapa la pantalla.</a:t>
            </a:r>
          </a:p>
        </p:txBody>
      </p:sp>
      <p:pic>
        <p:nvPicPr>
          <p:cNvPr id="17" name="Picture 16" descr="slides-diapositiva-2-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463040"/>
            <a:ext cx="6949440" cy="3909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BF5AF2"/>
                </a:solidFill>
                <a:latin typeface="Arial"/>
              </a:rPr>
              <a:t>PANEL DEL PRESENTADOR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6583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Toda la sala en una pestaña</a:t>
            </a:r>
          </a:p>
        </p:txBody>
      </p:sp>
      <p:pic>
        <p:nvPicPr>
          <p:cNvPr id="5" name="Picture 4" descr="panel-preguntas-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11680"/>
            <a:ext cx="6766560" cy="42291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726679" y="2185415"/>
            <a:ext cx="109728" cy="10972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21031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Moderación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23500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Revisa antes de publicar, oculta o elimina.</a:t>
            </a:r>
          </a:p>
        </p:txBody>
      </p:sp>
      <p:sp>
        <p:nvSpPr>
          <p:cNvPr id="9" name="Oval 8"/>
          <p:cNvSpPr/>
          <p:nvPr/>
        </p:nvSpPr>
        <p:spPr>
          <a:xfrm>
            <a:off x="7726679" y="2962656"/>
            <a:ext cx="109728" cy="10972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2880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Fijar y responder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31272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Marca respondidas y fija las importantes.</a:t>
            </a:r>
          </a:p>
        </p:txBody>
      </p:sp>
      <p:sp>
        <p:nvSpPr>
          <p:cNvPr id="12" name="Oval 11"/>
          <p:cNvSpPr/>
          <p:nvPr/>
        </p:nvSpPr>
        <p:spPr>
          <a:xfrm>
            <a:off x="7726679" y="3739896"/>
            <a:ext cx="109728" cy="10972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36576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Vista previa en vivo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904487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Lo que ve la sala, en miniatura.</a:t>
            </a:r>
          </a:p>
        </p:txBody>
      </p:sp>
      <p:sp>
        <p:nvSpPr>
          <p:cNvPr id="15" name="Oval 14"/>
          <p:cNvSpPr/>
          <p:nvPr/>
        </p:nvSpPr>
        <p:spPr>
          <a:xfrm>
            <a:off x="7726679" y="4517136"/>
            <a:ext cx="109728" cy="10972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44348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Exportar 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4681727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Preguntas y encuestas para después.</a:t>
            </a:r>
          </a:p>
        </p:txBody>
      </p:sp>
      <p:sp>
        <p:nvSpPr>
          <p:cNvPr id="18" name="Oval 17"/>
          <p:cNvSpPr/>
          <p:nvPr/>
        </p:nvSpPr>
        <p:spPr>
          <a:xfrm>
            <a:off x="7726679" y="5294375"/>
            <a:ext cx="109728" cy="10972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521207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Público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5458967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Quién está conectado; desconecta a quien moleste.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BF5AF2"/>
                </a:solidFill>
                <a:latin typeface="Arial"/>
              </a:rPr>
              <a:t>PARA INVITAR A PARTICIPAR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El QR, en grande cuando lo necesitas</a:t>
            </a:r>
          </a:p>
        </p:txBody>
      </p:sp>
      <p:pic>
        <p:nvPicPr>
          <p:cNvPr id="5" name="Picture 4" descr="slides-qr-grande-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5349240" cy="3008948"/>
          </a:xfrm>
          <a:prstGeom prst="rect">
            <a:avLst/>
          </a:prstGeom>
        </p:spPr>
      </p:pic>
      <p:pic>
        <p:nvPicPr>
          <p:cNvPr id="6" name="Picture 5" descr="pantalla-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057400"/>
            <a:ext cx="5349240" cy="30089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257800"/>
            <a:ext cx="5349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A1A1A6"/>
                </a:solidFill>
                <a:latin typeface="Arial"/>
              </a:rPr>
              <a:t>QR grande sobre la diapositiva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400" b="0">
                <a:solidFill>
                  <a:srgbClr val="A1A1A6"/>
                </a:solidFill>
                <a:latin typeface="Arial"/>
              </a:rPr>
              <a:t>Alt+Shift+Q, con el código de 6 letras para quien no pueda escanear.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5257800"/>
            <a:ext cx="5349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A1A1A6"/>
                </a:solidFill>
                <a:latin typeface="Arial"/>
              </a:rPr>
              <a:t>Pantalla completa para el proyector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400" b="0">
                <a:solidFill>
                  <a:srgbClr val="A1A1A6"/>
                </a:solidFill>
                <a:latin typeface="Arial"/>
              </a:rPr>
              <a:t>Si presentas desde otro programa, o para capturar en OBS.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BF5AF2"/>
                </a:solidFill>
                <a:latin typeface="Arial"/>
              </a:rPr>
              <a:t>CÓMO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Directo del celular a tu computadora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3108960" cy="201168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Celulares del público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73552"/>
            <a:ext cx="256032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Página web: envían preguntas, votos y reacciones por WebRTC, sin instalar nada.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286000"/>
            <a:ext cx="3108960" cy="201168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25603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Extensión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999232"/>
            <a:ext cx="256032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Recibe a toda la sala, valida y limita cada mensaje, y guarda las preguntas en tu Chrome.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286000"/>
            <a:ext cx="3108960" cy="201168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25603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Tus diapositivas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999232"/>
            <a:ext cx="256032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Una capa transparente dibuja el QR, las reacciones y lo que destacas.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794760" y="3063240"/>
            <a:ext cx="685800" cy="411480"/>
          </a:xfrm>
          <a:prstGeom prst="rightArrow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7680960" y="3063240"/>
            <a:ext cx="685800" cy="411480"/>
          </a:xfrm>
          <a:prstGeom prst="rightArrow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WebRTC cifrado de punto a punto · cambios agrupados cada 300 ms · reacciones en la pantalla en ~120 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5029200"/>
            <a:ext cx="6309360" cy="1371600"/>
          </a:xfrm>
          <a:prstGeom prst="roundRect">
            <a:avLst>
              <a:gd name="adj" fmla="val 8000"/>
            </a:avLst>
          </a:prstGeom>
          <a:solidFill>
            <a:srgbClr val="22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530352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Probado con 150 personas a la vez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742431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Todas entran, sus 150 votos se cuentan en 0,3 s y 450 reacciones llegan a la diapositiva en 0,17 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BF5AF2"/>
                </a:solidFill>
                <a:latin typeface="Arial"/>
              </a:rPr>
              <a:t>PRIVACIDAD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Las preguntas son de tu sala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587752" cy="3291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331720"/>
            <a:ext cx="384048" cy="38404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98648"/>
            <a:ext cx="2039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Sin cuentas ni analítica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20391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Ni el público ni el presentador se registran. Sin anuncios ni cookies.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1" y="2057400"/>
            <a:ext cx="2587752" cy="3291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85031" y="2331720"/>
            <a:ext cx="384048" cy="38404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898648"/>
            <a:ext cx="2039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Directo y cifrado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1" y="3611880"/>
            <a:ext cx="20391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Nada pasa por servidores del autor: solo se usa un servidor para encontrarse.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057400"/>
            <a:ext cx="2587752" cy="3291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5664" y="2331720"/>
            <a:ext cx="384048" cy="38404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898648"/>
            <a:ext cx="2039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Nombre opcional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3611880"/>
            <a:ext cx="20391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Cada persona decide si pregunta con su nombre; nadie ve quién votó qué.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1976" y="2057400"/>
            <a:ext cx="2587752" cy="3291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26296" y="2331720"/>
            <a:ext cx="384048" cy="38404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2898648"/>
            <a:ext cx="2039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Solo en tu Chrome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3611880"/>
            <a:ext cx="20391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Las preguntas se guardan en tu equipo; las borras o exportas cuando quieras.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BF5AF2"/>
                </a:solidFill>
                <a:latin typeface="Arial"/>
              </a:rPr>
              <a:t>ESTADO · VERSIÓN 1.0.0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Listo para publicar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331720"/>
            <a:ext cx="384048" cy="38404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98648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42 comprobaciones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Extensión, panel, presentación con la capa y tres celulares reales: preguntas, votos, moderación, encuestas, reacciones y reconexión.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5740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7720" y="2331720"/>
            <a:ext cx="384048" cy="38404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898648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Paquete listo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33756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dist/preguntazo-1.0.0.zip para la Chrome Web Store, con permisos mínimos y acceso a sitios opcional.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205740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21040" y="2331720"/>
            <a:ext cx="384048" cy="38404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898648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Ficha completa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33756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Textos, 5 capturas, 2 mosaicos, política de privacidad y justificación de cada permiso.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9204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A1A1A6"/>
                </a:solidFill>
                <a:latin typeface="Arial"/>
              </a:rPr>
              <a:t>Siguiente paso: publicar la página del público en mjmc4498.github.io/preguntazo y subir el ZIP 1.0.0 en el panel del desarrollador.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1143000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880360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>
                <a:solidFill>
                  <a:srgbClr val="F5F5F7"/>
                </a:solidFill>
                <a:latin typeface="Arial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6766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A1A1A6"/>
                </a:solidFill>
                <a:latin typeface="Arial"/>
              </a:rPr>
              <a:t>Escanea el QR y haz tu pregunta: así de fácil será en tu próxima charla.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2000" b="0">
                <a:solidFill>
                  <a:srgbClr val="A1A1A6"/>
                </a:solidFill>
                <a:latin typeface="Arial"/>
              </a:rPr>
              <a:t>mjmc4498.github.io/preguntazo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Creado por Miguel Mogrovejo</a:t>
            </a:r>
          </a:p>
        </p:txBody>
      </p:sp>
      <p:pic>
        <p:nvPicPr>
          <p:cNvPr id="7" name="Picture 6" descr="phone-bienvenida-mar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502920"/>
            <a:ext cx="2786528" cy="5852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